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 Detective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Интерактивный AI-детектив по фотографиям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Идея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Пользователь загружает фото, а AI генерирует детективную историю и расследование.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Основной функционал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Регистрация и авторизация</a:t>
            </a:r>
          </a:p>
          <a:p>
            <a:r>
              <a:t>• Создание дел</a:t>
            </a:r>
          </a:p>
          <a:p>
            <a:r>
              <a:t>• Загрузка улик</a:t>
            </a:r>
          </a:p>
          <a:p>
            <a:r>
              <a:t>• Генерация истории через Yandex GPT</a:t>
            </a:r>
          </a:p>
          <a:p>
            <a:r>
              <a:t>• Лайки и лидерборд</a:t>
            </a:r>
          </a:p>
          <a:p>
            <a:r>
              <a:t>• Комментарии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Flask</a:t>
            </a:r>
          </a:p>
          <a:p>
            <a:r>
              <a:t>• SQLAlchemy ORM</a:t>
            </a:r>
          </a:p>
          <a:p>
            <a:r>
              <a:t>• Flask-Login</a:t>
            </a:r>
          </a:p>
          <a:p>
            <a:r>
              <a:t>• Bootstrap 5</a:t>
            </a:r>
          </a:p>
          <a:p>
            <a:r>
              <a:t>• SQLite</a:t>
            </a:r>
          </a:p>
          <a:p>
            <a:r>
              <a:t>• Yandex GPT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Таблицы:</a:t>
            </a:r>
          </a:p>
          <a:p>
            <a:r>
              <a:t>• User</a:t>
            </a:r>
          </a:p>
          <a:p>
            <a:r>
              <a:t>• Investigation</a:t>
            </a:r>
          </a:p>
          <a:p>
            <a:r>
              <a:t>• Evidence</a:t>
            </a:r>
          </a:p>
          <a:p>
            <a:r>
              <a:t>• Like</a:t>
            </a:r>
          </a:p>
          <a:p>
            <a:r>
              <a:t>• Comment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Работа с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Yandex GPT генерирует:</a:t>
            </a:r>
          </a:p>
          <a:p>
            <a:r>
              <a:t>• криминальную историю</a:t>
            </a:r>
          </a:p>
          <a:p>
            <a:r>
              <a:t>• подозреваемых</a:t>
            </a:r>
          </a:p>
          <a:p>
            <a:r>
              <a:t>• вопросы расследования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Bootstrap-дизайн</a:t>
            </a:r>
          </a:p>
          <a:p>
            <a:r>
              <a:t>• Тёмная тема</a:t>
            </a:r>
          </a:p>
          <a:p>
            <a:r>
              <a:t>• Карточки дел</a:t>
            </a:r>
          </a:p>
          <a:p>
            <a:r>
              <a:t>• Лидерборд пользователей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реализовано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ORM-модели</a:t>
            </a:r>
          </a:p>
          <a:p>
            <a:r>
              <a:t>• Загрузка файлов</a:t>
            </a:r>
          </a:p>
          <a:p>
            <a:r>
              <a:t>• Авторизация</a:t>
            </a:r>
          </a:p>
          <a:p>
            <a:r>
              <a:t>• Внешний API</a:t>
            </a:r>
          </a:p>
          <a:p>
            <a:r>
              <a:t>• Лайки и комментарии</a:t>
            </a:r>
          </a:p>
          <a:p>
            <a:r>
              <a:t>• Адаптивный интерфейс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 Detective — полноценное веб-приложение с AI и игровыми механиками.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Проект подготовлен для защиты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